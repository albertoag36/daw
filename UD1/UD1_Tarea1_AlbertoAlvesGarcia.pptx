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9144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4" autoAdjust="0"/>
    <p:restoredTop sz="94660"/>
  </p:normalViewPr>
  <p:slideViewPr>
    <p:cSldViewPr snapToGrid="0">
      <p:cViewPr varScale="1">
        <p:scale>
          <a:sx n="82" d="100"/>
          <a:sy n="82" d="100"/>
        </p:scale>
        <p:origin x="894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7CC1094-ADA6-A145-DFF4-A7C7878B3FF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C2F56A35-EDA9-B84E-F248-6850D2B1857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F752E3C9-7022-23DB-F626-DF2114EE83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E185DD-DA4C-44EB-A5B3-6165DB2A24E1}" type="datetimeFigureOut">
              <a:rPr lang="es-ES" smtClean="0"/>
              <a:t>18/09/2026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FC0A532E-FBF2-70A3-48D7-654A3B616F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45AD713B-A373-224A-AB54-916FDBF3F0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B7E222-5B2A-4A79-AECB-D86121B23679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72916032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578D08F-3AC7-E35C-B6CB-BA0C50692B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6C68200A-4C3B-8336-86AA-5ABD553E22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496912B7-E419-0B5E-5DAE-3FE79A73BD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E185DD-DA4C-44EB-A5B3-6165DB2A24E1}" type="datetimeFigureOut">
              <a:rPr lang="es-ES" smtClean="0"/>
              <a:t>18/09/2026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DDF90BD9-5D0B-90AC-BB0E-939F4C11FA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6E0EEF63-AFC5-2F61-EAF0-50D2E999E9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B7E222-5B2A-4A79-AECB-D86121B23679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3900785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66BFC32-4B03-B753-FC24-69133DD72E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F236F8E7-0B9F-548A-EFED-1B35E8DEB6E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3117816A-C5B6-9338-97C7-34839A3C91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E185DD-DA4C-44EB-A5B3-6165DB2A24E1}" type="datetimeFigureOut">
              <a:rPr lang="es-ES" smtClean="0"/>
              <a:t>18/09/2026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49EA5DFF-8F51-D737-8B6F-4FEB875627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6EC322C4-DEF3-0353-C1B3-6AE370EFFC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B7E222-5B2A-4A79-AECB-D86121B23679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07406583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600FF4C-C19F-3B29-BB6A-9590103A76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6EEB030D-21DA-1B93-8331-A019AF67DB2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F4D9AEDD-EA2B-8E7E-32BF-9777E7EA0A0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8E7AC2C4-3A4E-77C6-F11B-2ED06171BD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E185DD-DA4C-44EB-A5B3-6165DB2A24E1}" type="datetimeFigureOut">
              <a:rPr lang="es-ES" smtClean="0"/>
              <a:t>18/09/2026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D62961E4-99C2-3D8E-F134-7DF6B42F05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67FEB713-F8AA-C8EC-2895-7F770498EA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B7E222-5B2A-4A79-AECB-D86121B23679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2518719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58A8D7D-27F7-4B37-20A3-218F2E1F54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D06F67E8-B1E3-A6C5-02F5-FA1955C2259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9C27EFE4-95CD-7E35-CC36-C58BD5E7AB1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CA04E180-8743-8296-A407-66CB280E5B4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FD73331C-76CD-42BF-D66C-C7A9164E06B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E502CBFB-C26A-8BD4-33FB-9A588ADA48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E185DD-DA4C-44EB-A5B3-6165DB2A24E1}" type="datetimeFigureOut">
              <a:rPr lang="es-ES" smtClean="0"/>
              <a:t>18/09/2026</a:t>
            </a:fld>
            <a:endParaRPr lang="es-ES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6990BDDA-EBAC-571A-10CF-C79B1A423E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0D6C7653-A942-1E08-6DDD-B86B2FAE83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B7E222-5B2A-4A79-AECB-D86121B23679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12447888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368F68C-2F87-35C4-3C3A-1840FBD89C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7D935D41-F014-0123-1103-7FB079CDD3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E185DD-DA4C-44EB-A5B3-6165DB2A24E1}" type="datetimeFigureOut">
              <a:rPr lang="es-ES" smtClean="0"/>
              <a:t>18/09/2026</a:t>
            </a:fld>
            <a:endParaRPr lang="es-ES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B4E7EE03-5E24-B842-8227-2C2DA56F94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895D38C5-1E80-3710-32F8-1BA6F6831B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B7E222-5B2A-4A79-AECB-D86121B23679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2691313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0CB19776-7F2C-BF99-1C44-CEC4D9904D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E185DD-DA4C-44EB-A5B3-6165DB2A24E1}" type="datetimeFigureOut">
              <a:rPr lang="es-ES" smtClean="0"/>
              <a:t>18/09/2026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A35E78DD-CF11-351F-F375-28E3ECC29A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E7BEEDDB-675C-FEE2-AA20-6D71A71442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B7E222-5B2A-4A79-AECB-D86121B23679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231524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AE44D27-E4E6-E386-BCB1-6B53C8CD83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D06D1FBC-D34B-F7D3-9BE5-0D535D719E4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360F549F-2F29-FAE5-21E3-AA4CFC0C77B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EE45DE5E-9B4E-7F65-47FD-FA0F9DEFDD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E185DD-DA4C-44EB-A5B3-6165DB2A24E1}" type="datetimeFigureOut">
              <a:rPr lang="es-ES" smtClean="0"/>
              <a:t>18/09/2026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D57BA8B1-9E1E-DAEA-8549-5F4909F96B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AB43F365-F9D4-CBD9-42A0-0DF9215185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B7E222-5B2A-4A79-AECB-D86121B23679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73591138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C39B810-B82F-AC06-3400-FFBB37EDB0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1AAAFD09-EC01-FFF4-0C1D-0436E96D0A0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ES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D573FE30-1FB9-7A30-81CB-2C56D39BF2A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443446D4-BE18-88F4-E770-F562F7D14D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E185DD-DA4C-44EB-A5B3-6165DB2A24E1}" type="datetimeFigureOut">
              <a:rPr lang="es-ES" smtClean="0"/>
              <a:t>18/09/2026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F2F284E6-0FC4-996D-138E-EF6B3274FF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7853004C-50EC-EC98-7B4B-14C91E3434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B7E222-5B2A-4A79-AECB-D86121B23679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86505086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0E1D388-7C46-27F1-BF80-DFE526C88A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30FEE3A9-86E2-DD2B-50CD-A35547A01FE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DE20DD34-A4C4-E498-0B85-92B80A3A62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E185DD-DA4C-44EB-A5B3-6165DB2A24E1}" type="datetimeFigureOut">
              <a:rPr lang="es-ES" smtClean="0"/>
              <a:t>18/09/2026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6E0A4F14-5CC8-7B72-3894-DA3E7E5DC2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7D9B7014-5DBC-368D-BA01-4478CA3E2E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B7E222-5B2A-4A79-AECB-D86121B23679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93739154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6250D10B-F289-8F24-2643-2B89E205523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5578FF4C-6C13-9292-4921-8E5E1C283B9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476736F1-93A5-0CAA-4DA9-F2D320181C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E185DD-DA4C-44EB-A5B3-6165DB2A24E1}" type="datetimeFigureOut">
              <a:rPr lang="es-ES" smtClean="0"/>
              <a:t>18/09/2026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01A29C5B-4DF8-B746-0DC3-FF42F07503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7258B6D8-F575-0FB1-9BA5-537757BB29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B7E222-5B2A-4A79-AECB-D86121B23679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76077335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99137827-00A4-F4CB-8530-D328F90970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EC86D50B-14B0-F287-162F-AFD0180F653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E3623FBE-F24C-D898-CBF0-51CAAA9E998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2E185DD-DA4C-44EB-A5B3-6165DB2A24E1}" type="datetimeFigureOut">
              <a:rPr lang="es-ES" smtClean="0"/>
              <a:t>18/09/2026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111F033C-B235-8618-9818-137E6726BC9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EE0E4504-BC67-6710-E542-62AC25705B2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8B7E222-5B2A-4A79-AECB-D86121B23679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32901351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78B1387-37C1-7061-22B5-D50A9E2C95D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9AADE3E4-3F34-3F79-2B7C-2812A769E16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98152830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5" name="Rectangle 24">
            <a:extLst>
              <a:ext uri="{FF2B5EF4-FFF2-40B4-BE49-F238E27FC236}">
                <a16:creationId xmlns:a16="http://schemas.microsoft.com/office/drawing/2014/main" id="{CD504B3E-2155-480C-A1E5-DBFD02C55BA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27" name="Rectangle 26">
            <a:extLst>
              <a:ext uri="{FF2B5EF4-FFF2-40B4-BE49-F238E27FC236}">
                <a16:creationId xmlns:a16="http://schemas.microsoft.com/office/drawing/2014/main" id="{0990C621-3B8B-4820-8328-D47EF7CE823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54416" y="365125"/>
            <a:ext cx="11167447" cy="2089317"/>
          </a:xfrm>
          <a:prstGeom prst="rect">
            <a:avLst/>
          </a:prstGeom>
          <a:ln w="12700">
            <a:solidFill>
              <a:srgbClr val="DEDEDE"/>
            </a:solidFill>
          </a:ln>
          <a:effectLst>
            <a:outerShdw blurRad="50800" dist="38100" dir="2700000" algn="tl" rotWithShape="0">
              <a:schemeClr val="bg2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75382B25-81E8-2E11-A821-EC2F6DED98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51560" y="586822"/>
            <a:ext cx="3538728" cy="1645920"/>
          </a:xfrm>
        </p:spPr>
        <p:txBody>
          <a:bodyPr>
            <a:normAutofit/>
          </a:bodyPr>
          <a:lstStyle/>
          <a:p>
            <a:r>
              <a:rPr lang="es-ES" sz="3200" dirty="0"/>
              <a:t>Anexa I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C1A2385B-1D2A-4E17-84FA-6CB7F0AAE4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90408" y="1057739"/>
            <a:ext cx="128016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5E791F2F-79DB-4CC0-9FA1-001E3E91E8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4243541" y="1400638"/>
            <a:ext cx="1463040" cy="18288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7" name="Marcador de contenido 6">
            <a:extLst>
              <a:ext uri="{FF2B5EF4-FFF2-40B4-BE49-F238E27FC236}">
                <a16:creationId xmlns:a16="http://schemas.microsoft.com/office/drawing/2014/main" id="{B86545FF-0B31-CC25-518C-6EDCE26105F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825" b="4"/>
          <a:stretch>
            <a:fillRect/>
          </a:stretch>
        </p:blipFill>
        <p:spPr>
          <a:xfrm>
            <a:off x="7395264" y="2661627"/>
            <a:ext cx="4326599" cy="3483864"/>
          </a:xfrm>
          <a:prstGeom prst="rect">
            <a:avLst/>
          </a:prstGeom>
        </p:spPr>
      </p:pic>
      <p:pic>
        <p:nvPicPr>
          <p:cNvPr id="10" name="Marcador de contenido 4">
            <a:extLst>
              <a:ext uri="{FF2B5EF4-FFF2-40B4-BE49-F238E27FC236}">
                <a16:creationId xmlns:a16="http://schemas.microsoft.com/office/drawing/2014/main" id="{85A5E98A-D459-EC30-5CEB-A2665695677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288" r="-3" b="9249"/>
          <a:stretch>
            <a:fillRect/>
          </a:stretch>
        </p:blipFill>
        <p:spPr>
          <a:xfrm>
            <a:off x="554416" y="2661627"/>
            <a:ext cx="6646980" cy="34838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738076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DAF1966E-FD40-4A4A-B61B-C4DF7FA05F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047BFA19-D45E-416B-A404-7AF2F3F270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58209" y="0"/>
            <a:ext cx="11167447" cy="2018806"/>
          </a:xfrm>
          <a:prstGeom prst="rect">
            <a:avLst/>
          </a:prstGeom>
          <a:ln w="9525">
            <a:solidFill>
              <a:srgbClr val="E1E1E1"/>
            </a:solidFill>
          </a:ln>
          <a:effectLst>
            <a:outerShdw blurRad="50800" dist="38100" dir="2700000" algn="tl" rotWithShape="0">
              <a:schemeClr val="bg1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8E0105E7-23DB-4CF2-8258-FF47C7620F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6928" y="0"/>
            <a:ext cx="11155680" cy="2011680"/>
          </a:xfrm>
          <a:prstGeom prst="rect">
            <a:avLst/>
          </a:pr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A4E7752F-69D4-5911-5FAF-FF99D98488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5568" y="548640"/>
            <a:ext cx="10168128" cy="1179576"/>
          </a:xfrm>
        </p:spPr>
        <p:txBody>
          <a:bodyPr>
            <a:normAutofit/>
          </a:bodyPr>
          <a:lstStyle/>
          <a:p>
            <a:r>
              <a:rPr lang="es-ES" sz="4000"/>
              <a:t>Anexa II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74B4F7D-14B2-478B-8BF5-01E4E0C5D26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98834" y="758952"/>
            <a:ext cx="128016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A1A148C3-D85B-AAAA-BF0D-DAEAAF346A8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15568" y="2481943"/>
            <a:ext cx="10168128" cy="3695020"/>
          </a:xfrm>
        </p:spPr>
        <p:txBody>
          <a:bodyPr>
            <a:normAutofit/>
          </a:bodyPr>
          <a:lstStyle/>
          <a:p>
            <a:pPr lvl="0"/>
            <a:r>
              <a:rPr lang="es-ES" sz="2200" dirty="0"/>
              <a:t>Al menos </a:t>
            </a:r>
            <a:r>
              <a:rPr lang="es-ES" sz="2200" b="1" dirty="0"/>
              <a:t>dos aspectos que consideres útiles o acertados</a:t>
            </a:r>
            <a:r>
              <a:rPr lang="es-ES" sz="2200" dirty="0"/>
              <a:t>.</a:t>
            </a:r>
          </a:p>
          <a:p>
            <a:pPr lvl="0"/>
            <a:r>
              <a:rPr lang="es-ES" sz="2200" dirty="0"/>
              <a:t>Modificaría el índice del </a:t>
            </a:r>
            <a:r>
              <a:rPr lang="es-ES" sz="2200" dirty="0" err="1"/>
              <a:t>power</a:t>
            </a:r>
            <a:r>
              <a:rPr lang="es-ES" sz="2200" dirty="0"/>
              <a:t> </a:t>
            </a:r>
            <a:r>
              <a:rPr lang="es-ES" sz="2200" dirty="0" err="1"/>
              <a:t>point</a:t>
            </a:r>
            <a:r>
              <a:rPr lang="es-ES" sz="2200" dirty="0"/>
              <a:t> ya que me hace un resumen que no es necesario añadir, en el Word quitaría los apartados de </a:t>
            </a:r>
            <a:r>
              <a:rPr lang="es-ES" sz="2200" i="1" dirty="0"/>
              <a:t>Cómo usar este documento </a:t>
            </a:r>
            <a:r>
              <a:rPr lang="es-ES" sz="2200" dirty="0"/>
              <a:t>y el</a:t>
            </a:r>
            <a:r>
              <a:rPr lang="es-ES" sz="2200" i="1" dirty="0"/>
              <a:t> Qué se ve en pantalla </a:t>
            </a:r>
            <a:r>
              <a:rPr lang="es-ES" sz="2200" dirty="0"/>
              <a:t>de cada punto y las posibles preguntas, y por último que tanto en el </a:t>
            </a:r>
            <a:r>
              <a:rPr lang="es-ES" sz="2200" dirty="0" err="1"/>
              <a:t>power</a:t>
            </a:r>
            <a:r>
              <a:rPr lang="es-ES" sz="2200" dirty="0"/>
              <a:t> </a:t>
            </a:r>
            <a:r>
              <a:rPr lang="es-ES" sz="2200" dirty="0" err="1"/>
              <a:t>point</a:t>
            </a:r>
            <a:r>
              <a:rPr lang="es-ES" sz="2200" dirty="0"/>
              <a:t> como en el Word que el índice fuese interactivo.</a:t>
            </a:r>
            <a:endParaRPr lang="es-ES" sz="2200" i="1" dirty="0"/>
          </a:p>
          <a:p>
            <a:pPr lvl="0"/>
            <a:r>
              <a:rPr lang="es-ES" sz="2200" dirty="0"/>
              <a:t>Al menos </a:t>
            </a:r>
            <a:r>
              <a:rPr lang="es-ES" sz="2200" b="1" dirty="0"/>
              <a:t>dos afirmaciones que consideres necesario comprobar</a:t>
            </a:r>
            <a:r>
              <a:rPr lang="es-ES" sz="2200" dirty="0"/>
              <a:t>.</a:t>
            </a:r>
          </a:p>
          <a:p>
            <a:endParaRPr lang="es-ES" sz="2200" dirty="0"/>
          </a:p>
        </p:txBody>
      </p:sp>
    </p:spTree>
    <p:extLst>
      <p:ext uri="{BB962C8B-B14F-4D97-AF65-F5344CB8AC3E}">
        <p14:creationId xmlns:p14="http://schemas.microsoft.com/office/powerpoint/2010/main" val="334135703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C4879EFC-8E62-4E00-973C-C45EE9EC676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2877DBC9-FC8D-0AC6-28A6-78C76BBAF3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1" y="457200"/>
            <a:ext cx="10909640" cy="1368614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6600"/>
              <a:t>Anexa III</a:t>
            </a:r>
          </a:p>
        </p:txBody>
      </p:sp>
      <p:sp>
        <p:nvSpPr>
          <p:cNvPr id="14" name="sketch line">
            <a:extLst>
              <a:ext uri="{FF2B5EF4-FFF2-40B4-BE49-F238E27FC236}">
                <a16:creationId xmlns:a16="http://schemas.microsoft.com/office/drawing/2014/main" id="{D6A9C53F-5F90-40A5-8C85-5412D39C8C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50080" y="1850683"/>
            <a:ext cx="3291840" cy="18288"/>
          </a:xfrm>
          <a:custGeom>
            <a:avLst/>
            <a:gdLst>
              <a:gd name="csX0" fmla="*/ 0 w 3291840"/>
              <a:gd name="csY0" fmla="*/ 0 h 18288"/>
              <a:gd name="csX1" fmla="*/ 658368 w 3291840"/>
              <a:gd name="csY1" fmla="*/ 0 h 18288"/>
              <a:gd name="csX2" fmla="*/ 1283818 w 3291840"/>
              <a:gd name="csY2" fmla="*/ 0 h 18288"/>
              <a:gd name="csX3" fmla="*/ 1909267 w 3291840"/>
              <a:gd name="csY3" fmla="*/ 0 h 18288"/>
              <a:gd name="csX4" fmla="*/ 2633472 w 3291840"/>
              <a:gd name="csY4" fmla="*/ 0 h 18288"/>
              <a:gd name="csX5" fmla="*/ 3291840 w 3291840"/>
              <a:gd name="csY5" fmla="*/ 0 h 18288"/>
              <a:gd name="csX6" fmla="*/ 3291840 w 3291840"/>
              <a:gd name="csY6" fmla="*/ 18288 h 18288"/>
              <a:gd name="csX7" fmla="*/ 2633472 w 3291840"/>
              <a:gd name="csY7" fmla="*/ 18288 h 18288"/>
              <a:gd name="csX8" fmla="*/ 2073859 w 3291840"/>
              <a:gd name="csY8" fmla="*/ 18288 h 18288"/>
              <a:gd name="csX9" fmla="*/ 1448410 w 3291840"/>
              <a:gd name="csY9" fmla="*/ 18288 h 18288"/>
              <a:gd name="csX10" fmla="*/ 822960 w 3291840"/>
              <a:gd name="csY10" fmla="*/ 18288 h 18288"/>
              <a:gd name="csX11" fmla="*/ 0 w 3291840"/>
              <a:gd name="csY11" fmla="*/ 18288 h 18288"/>
              <a:gd name="csX12" fmla="*/ 0 w 3291840"/>
              <a:gd name="csY12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3291840" h="18288" fill="none" extrusionOk="0">
                <a:moveTo>
                  <a:pt x="0" y="0"/>
                </a:moveTo>
                <a:cubicBezTo>
                  <a:pt x="173077" y="-20031"/>
                  <a:pt x="443104" y="6424"/>
                  <a:pt x="658368" y="0"/>
                </a:cubicBezTo>
                <a:cubicBezTo>
                  <a:pt x="873632" y="-6424"/>
                  <a:pt x="1034028" y="11764"/>
                  <a:pt x="1283818" y="0"/>
                </a:cubicBezTo>
                <a:cubicBezTo>
                  <a:pt x="1533608" y="-11764"/>
                  <a:pt x="1691227" y="-30112"/>
                  <a:pt x="1909267" y="0"/>
                </a:cubicBezTo>
                <a:cubicBezTo>
                  <a:pt x="2127307" y="30112"/>
                  <a:pt x="2272465" y="-18735"/>
                  <a:pt x="2633472" y="0"/>
                </a:cubicBezTo>
                <a:cubicBezTo>
                  <a:pt x="2994479" y="18735"/>
                  <a:pt x="3023324" y="-32030"/>
                  <a:pt x="3291840" y="0"/>
                </a:cubicBezTo>
                <a:cubicBezTo>
                  <a:pt x="3291406" y="7551"/>
                  <a:pt x="3291373" y="9822"/>
                  <a:pt x="3291840" y="18288"/>
                </a:cubicBezTo>
                <a:cubicBezTo>
                  <a:pt x="3048445" y="38989"/>
                  <a:pt x="2846548" y="-14400"/>
                  <a:pt x="2633472" y="18288"/>
                </a:cubicBezTo>
                <a:cubicBezTo>
                  <a:pt x="2420396" y="50976"/>
                  <a:pt x="2304099" y="6336"/>
                  <a:pt x="2073859" y="18288"/>
                </a:cubicBezTo>
                <a:cubicBezTo>
                  <a:pt x="1843619" y="30240"/>
                  <a:pt x="1706926" y="10778"/>
                  <a:pt x="1448410" y="18288"/>
                </a:cubicBezTo>
                <a:cubicBezTo>
                  <a:pt x="1189894" y="25798"/>
                  <a:pt x="1002278" y="8992"/>
                  <a:pt x="822960" y="18288"/>
                </a:cubicBezTo>
                <a:cubicBezTo>
                  <a:pt x="643642" y="27585"/>
                  <a:pt x="307039" y="38051"/>
                  <a:pt x="0" y="18288"/>
                </a:cubicBezTo>
                <a:cubicBezTo>
                  <a:pt x="60" y="11696"/>
                  <a:pt x="66" y="3758"/>
                  <a:pt x="0" y="0"/>
                </a:cubicBezTo>
                <a:close/>
              </a:path>
              <a:path w="3291840" h="18288" stroke="0" extrusionOk="0">
                <a:moveTo>
                  <a:pt x="0" y="0"/>
                </a:moveTo>
                <a:cubicBezTo>
                  <a:pt x="195850" y="28018"/>
                  <a:pt x="434891" y="17390"/>
                  <a:pt x="592531" y="0"/>
                </a:cubicBezTo>
                <a:cubicBezTo>
                  <a:pt x="750171" y="-17390"/>
                  <a:pt x="1018709" y="32200"/>
                  <a:pt x="1316736" y="0"/>
                </a:cubicBezTo>
                <a:cubicBezTo>
                  <a:pt x="1614763" y="-32200"/>
                  <a:pt x="1696480" y="-11367"/>
                  <a:pt x="1876349" y="0"/>
                </a:cubicBezTo>
                <a:cubicBezTo>
                  <a:pt x="2056218" y="11367"/>
                  <a:pt x="2193364" y="13433"/>
                  <a:pt x="2435962" y="0"/>
                </a:cubicBezTo>
                <a:cubicBezTo>
                  <a:pt x="2678560" y="-13433"/>
                  <a:pt x="3010901" y="-42367"/>
                  <a:pt x="3291840" y="0"/>
                </a:cubicBezTo>
                <a:cubicBezTo>
                  <a:pt x="3291758" y="4406"/>
                  <a:pt x="3291751" y="9982"/>
                  <a:pt x="3291840" y="18288"/>
                </a:cubicBezTo>
                <a:cubicBezTo>
                  <a:pt x="3108993" y="14228"/>
                  <a:pt x="2952658" y="46900"/>
                  <a:pt x="2666390" y="18288"/>
                </a:cubicBezTo>
                <a:cubicBezTo>
                  <a:pt x="2380122" y="-10324"/>
                  <a:pt x="2263855" y="41055"/>
                  <a:pt x="2040941" y="18288"/>
                </a:cubicBezTo>
                <a:cubicBezTo>
                  <a:pt x="1818027" y="-4479"/>
                  <a:pt x="1675097" y="6509"/>
                  <a:pt x="1415491" y="18288"/>
                </a:cubicBezTo>
                <a:cubicBezTo>
                  <a:pt x="1155885" y="30068"/>
                  <a:pt x="852976" y="36210"/>
                  <a:pt x="691286" y="18288"/>
                </a:cubicBezTo>
                <a:cubicBezTo>
                  <a:pt x="529596" y="366"/>
                  <a:pt x="187183" y="13912"/>
                  <a:pt x="0" y="18288"/>
                </a:cubicBezTo>
                <a:cubicBezTo>
                  <a:pt x="189" y="14288"/>
                  <a:pt x="-703" y="374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863741219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A4A71E77-7FA4-A87C-70A4-AD1A1A9733D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67546" y="2517436"/>
            <a:ext cx="5225774" cy="3605784"/>
          </a:xfrm>
          <a:prstGeom prst="rect">
            <a:avLst/>
          </a:prstGeom>
        </p:spPr>
      </p:pic>
      <p:pic>
        <p:nvPicPr>
          <p:cNvPr id="10" name="Marcador de contenido 4">
            <a:extLst>
              <a:ext uri="{FF2B5EF4-FFF2-40B4-BE49-F238E27FC236}">
                <a16:creationId xmlns:a16="http://schemas.microsoft.com/office/drawing/2014/main" id="{F97227AE-9840-1B2A-4ACE-3CDF22C7DC4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298680" y="3632563"/>
            <a:ext cx="5614416" cy="13755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273088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2ADDD9C-5E60-C079-D674-C3DBC68692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Anexa IV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EF516EC1-CBFE-B94E-8E09-881A0FF0EA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17457504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41</TotalTime>
  <Words>90</Words>
  <Application>Microsoft Office PowerPoint</Application>
  <PresentationFormat>Panorámica</PresentationFormat>
  <Paragraphs>7</Paragraphs>
  <Slides>5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5</vt:i4>
      </vt:variant>
    </vt:vector>
  </HeadingPairs>
  <TitlesOfParts>
    <vt:vector size="10" baseType="lpstr">
      <vt:lpstr>Aptos</vt:lpstr>
      <vt:lpstr>Aptos Display</vt:lpstr>
      <vt:lpstr>Arial</vt:lpstr>
      <vt:lpstr>Calibri</vt:lpstr>
      <vt:lpstr>Tema de Office</vt:lpstr>
      <vt:lpstr>Presentación de PowerPoint</vt:lpstr>
      <vt:lpstr>Anexa I</vt:lpstr>
      <vt:lpstr>Anexa II</vt:lpstr>
      <vt:lpstr>Anexa III</vt:lpstr>
      <vt:lpstr>Anexa IV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Alberto Alves García</dc:creator>
  <cp:lastModifiedBy>Alberto Alves García</cp:lastModifiedBy>
  <cp:revision>3</cp:revision>
  <dcterms:created xsi:type="dcterms:W3CDTF">2026-09-18T07:13:42Z</dcterms:created>
  <dcterms:modified xsi:type="dcterms:W3CDTF">2026-09-18T08:31:08Z</dcterms:modified>
</cp:coreProperties>
</file>