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E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2E33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WEB · 2º DAW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evolución de la Web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Web 1.0 a la Web 4.0: una comparativa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960120" cy="9601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8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4227271"/>
            <a:ext cx="460858" cy="460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1.0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9280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703320" y="3977640"/>
            <a:ext cx="960120" cy="9601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1" descr="/home/claude/webevo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51" y="42272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7316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583680" y="3977640"/>
            <a:ext cx="960120" cy="9601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webevo/icons/sh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311" y="42272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3.0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53528" y="4457700"/>
            <a:ext cx="1700784" cy="0"/>
          </a:xfrm>
          <a:prstGeom prst="line">
            <a:avLst/>
          </a:prstGeom>
          <a:noFill/>
          <a:ln w="19050">
            <a:solidFill>
              <a:srgbClr val="5A5F86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464040" y="3977640"/>
            <a:ext cx="960120" cy="9601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0" name="Image 3" descr="/home/claude/webevo/icons/cpu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671" y="422727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0" y="5010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4.0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· Curso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las cuatro generaciones de la Web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5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0219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562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148840" y="18196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1.0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176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de solo lectura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/home/claude/webevo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9546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788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7523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social y participativa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30168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73989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/home/claude/webevo/icons/sh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887297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216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2148840" y="3685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3.0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214884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semántica y descentralizada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562856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672584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3" descr="/home/claude/webevo/icons/cpu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819985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465429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2148840" y="4617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4.0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2148840" y="4974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inteligente y ubicua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5495544"/>
            <a:ext cx="102412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8640" y="5605272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9" name="Image 4" descr="/home/claude/webevo/icons/hel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752673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5869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2148840" y="55504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y reflexión final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2148840" y="5907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¿Ya vivimos en la Web 4.0?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6B72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6" name="Image 0" descr="/home/claude/webevo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de solo lectura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1991 – 2004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estáticas pensadas para publicar y leer información, sin posibilidad de interactuar con ellas.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estático y fijo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un solo sentido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simple, basado en tablas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básico, sin CSS avanzado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navegadores (Mosaic, Netscape)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bases de datos dinámicas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lector, no creador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cuentas ni perfiles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hipervínculos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GeoCities y páginas personales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Yahoo!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webs corporativas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E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webevo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social y participativa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2004 – 2010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deja de ser solo lector: ahora crea, comparte y opina. Nace la web de lectura y escritura.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 y generado por usuarios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sociales, blogs y wikis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más ricas e interactivas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y JavaScript avanzado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RSS y servicios web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dinámicas y CMS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Comentar, valorar, compartir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y cuentas de usuario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YouTube, Twitter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WordPress, Blogger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F1E9F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webevo/icons/sha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semántica y descentralizada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2010 – actualidad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adquieren significado propio: la web entiende, conecta y personaliza la información.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semántica y datos enlazados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e inteligencia de datos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Descentralización (blockchain, Web3)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/ GraphQL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computación en la nube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 IoT inicial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contextuales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personalizadas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máquinas (M2M)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Knowledge Graph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voz (Siri, Alexa)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descentralizadas (dApps)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FFEDE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4.0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88720" cy="11887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webevo/icon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15435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inteligente y ubicua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Emergente / en construcción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45720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1605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simbiótica entre humanos y máquinas: siempre conectada, impulsada por inteligencia artificial.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6512" y="6949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1" descr="/home/claude/webevo/icons/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813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33088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ubicua y permanente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integrada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inmersivas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91272" y="45720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6949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2" descr="/home/claude/webevo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8138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59952" y="6766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representativas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1325880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y modelos de lenguaje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redes 5G / 6G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aumentada y virtual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840480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96512" y="349300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3" descr="/home/claude/webevo/icons/curs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61188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del usuario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133088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 y multimodal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Proactiva y predictiva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que actúan por el usuario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91272" y="3255264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47304" y="349300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8" name="Image 4" descr="/home/claude/webevo/icons/gri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61188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59952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representativos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4123944"/>
            <a:ext cx="3246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IA (ChatGPT, Claude)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metaverso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y ciudades inteligentes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evolutiva y reflexión final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064240" cy="2331720"/>
        </p:xfrm>
        <a:graphic>
          <a:graphicData uri="http://schemas.openxmlformats.org/drawingml/2006/table">
            <a:tbl>
              <a:tblPr/>
              <a:tblGrid>
                <a:gridCol w="2468880"/>
                <a:gridCol w="2148840"/>
                <a:gridCol w="2148840"/>
                <a:gridCol w="2148840"/>
                <a:gridCol w="2148840"/>
              </a:tblGrid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1.0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2.0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3.0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WEB 4.0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Interacción del usuario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Solo lectura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Lectura y escritura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Personalizada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Conversacional / inmersiva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Tecnología clave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HTML estático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AJAX / APIs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Cloud / Blockchain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IA generativa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Desarrollo y despliegue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Archivos HTML vía FTP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Backend + BD (stack LAMP)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APIs, contenedores, DevOps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A4D"/>
                          </a:solidFill>
                        </a:rPr>
                        <a:t>Serverless, edge e IA integrada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0332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/home/claude/webevo/icons/hel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4170761"/>
            <a:ext cx="272125" cy="2721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4005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¿Ya estamos en la Web 4.0?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Convivimos con IA generativa, asistentes conversacionales y dispositivos siempre conectados: rasgos propios de la Web 4.0. Pero la ubicuidad total y la simbiosis humano-máquina aún son incompletas, por lo que muchos autores sitúan el momento actual como una transición desde la Web 3.0.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personal a desarrollar en clase con ejemplos propios.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DAW · Evolución de la Web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2026-09-18T07:31:30Z</dcterms:created>
  <dcterms:modified xsi:type="dcterms:W3CDTF">2026-09-18T07:31:30Z</dcterms:modified>
</cp:coreProperties>
</file>